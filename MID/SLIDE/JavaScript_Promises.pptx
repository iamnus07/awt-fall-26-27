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Promises in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DDCF0"/>
                </a:solidFill>
              </a:defRPr>
            </a:pPr>
            <a:r>
              <a:t>Asynchronous Programming • resolve • reject • then • catch • async/await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1. What is a Promise?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A Promise is a JavaScript object that represents the future result of an asynchronous operation.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It is useful when the result is not available immediately.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Common examples: API requests, database operations, timers, file operations, and server communication.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A Promise does NOT make JavaScript block the entire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166360"/>
            <a:ext cx="2011680" cy="64008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239512"/>
            <a:ext cx="1828800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Operation starts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5166360"/>
            <a:ext cx="2011680" cy="64008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46120" y="5239512"/>
            <a:ext cx="1828800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Promise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5166360"/>
            <a:ext cx="2011680" cy="64008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5239512"/>
            <a:ext cx="1828800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Future result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5166360"/>
            <a:ext cx="2560320" cy="64008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5239512"/>
            <a:ext cx="2377439" cy="493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Success / Failure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34640" y="5486400"/>
            <a:ext cx="320040" cy="0"/>
          </a:xfrm>
          <a:prstGeom prst="line">
            <a:avLst/>
          </a:prstGeom>
          <a:ln w="2540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5486400"/>
            <a:ext cx="320040" cy="0"/>
          </a:xfrm>
          <a:prstGeom prst="line">
            <a:avLst/>
          </a:prstGeom>
          <a:ln w="2540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79" y="5486400"/>
            <a:ext cx="320041" cy="0"/>
          </a:xfrm>
          <a:prstGeom prst="line">
            <a:avLst/>
          </a:prstGeom>
          <a:ln w="2540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2. Promise States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154680" cy="2011680"/>
          </a:xfrm>
          <a:prstGeom prst="roundRect">
            <a:avLst/>
          </a:prstGeom>
          <a:solidFill>
            <a:srgbClr val="F0F5FC"/>
          </a:solidFill>
          <a:ln w="2540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2788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73D2"/>
                </a:solidFill>
              </a:defRPr>
            </a:pPr>
            <a:r>
              <a:t>PENDING</a:t>
            </a:r>
          </a:p>
          <a:p>
            <a:pPr algn="ctr">
              <a:defRPr sz="1600">
                <a:solidFill>
                  <a:srgbClr val="1E232A"/>
                </a:solidFill>
              </a:defRPr>
            </a:pPr>
            <a:r>
              <a:t>Operation is still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3154680" cy="2011680"/>
          </a:xfrm>
          <a:prstGeom prst="roundRect">
            <a:avLst/>
          </a:prstGeom>
          <a:solidFill>
            <a:srgbClr val="F0F5FC"/>
          </a:solidFill>
          <a:ln w="2540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2057400"/>
            <a:ext cx="2788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D965F"/>
                </a:solidFill>
              </a:defRPr>
            </a:pPr>
            <a:r>
              <a:t>FULFILLED</a:t>
            </a:r>
          </a:p>
          <a:p>
            <a:pPr algn="ctr">
              <a:defRPr sz="1600">
                <a:solidFill>
                  <a:srgbClr val="1E232A"/>
                </a:solidFill>
              </a:defRPr>
            </a:pPr>
            <a:r>
              <a:t>Operation completed successfully</a:t>
            </a:r>
            <a:br/>
            <a:r>
              <a:t>→ resolve()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3154680" cy="2011680"/>
          </a:xfrm>
          <a:prstGeom prst="roundRect">
            <a:avLst/>
          </a:prstGeom>
          <a:solidFill>
            <a:srgbClr val="F0F5FC"/>
          </a:solidFill>
          <a:ln w="25400">
            <a:solidFill>
              <a:srgbClr val="C8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19" y="2057400"/>
            <a:ext cx="2788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C84141"/>
                </a:solidFill>
              </a:defRPr>
            </a:pPr>
            <a:r>
              <a:t>REJECTED</a:t>
            </a:r>
          </a:p>
          <a:p>
            <a:pPr algn="ctr">
              <a:defRPr sz="1600">
                <a:solidFill>
                  <a:srgbClr val="1E232A"/>
                </a:solidFill>
              </a:defRPr>
            </a:pPr>
            <a:r>
              <a:t>Operation failed</a:t>
            </a:r>
            <a:br/>
            <a:r>
              <a:t>→ reject()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A Promise starts in the pending state.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It can settle only once: fulfilled OR rejected.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After it settles, the state cannot change again.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3. Why do we need Promises?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Asynchronous work may take an unknown amount of time.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JavaScript should continue executing other code instead of freezing while waiting.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Promises provide a structured way to receive the result later.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They also provide a standard way to handle success and failure.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63629" y="3200400"/>
            <a:ext cx="4663440" cy="2926080"/>
          </a:xfrm>
          <a:prstGeom prst="roundRect">
            <a:avLst/>
          </a:prstGeom>
          <a:solidFill>
            <a:srgbClr val="1E2024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0855" y="3419856"/>
            <a:ext cx="4297679" cy="2706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 dirty="0"/>
              <a:t>console.log("1");</a:t>
            </a:r>
            <a:br>
              <a:rPr dirty="0"/>
            </a:br>
            <a:br>
              <a:rPr dirty="0"/>
            </a:br>
            <a:r>
              <a:rPr dirty="0" err="1"/>
              <a:t>setTimeout</a:t>
            </a:r>
            <a:r>
              <a:rPr dirty="0"/>
              <a:t>(() =&gt; {</a:t>
            </a:r>
            <a:br>
              <a:rPr dirty="0"/>
            </a:br>
            <a:r>
              <a:rPr dirty="0"/>
              <a:t>    console.log("Data received");</a:t>
            </a:r>
            <a:br>
              <a:rPr dirty="0"/>
            </a:br>
            <a:r>
              <a:rPr dirty="0"/>
              <a:t>}, 2000);</a:t>
            </a:r>
            <a:br>
              <a:rPr dirty="0"/>
            </a:br>
            <a:br>
              <a:rPr dirty="0"/>
            </a:br>
            <a:r>
              <a:rPr dirty="0"/>
              <a:t>console.log("3");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97069" y="5829300"/>
            <a:ext cx="4206240" cy="731520"/>
          </a:xfrm>
          <a:prstGeom prst="roundRect">
            <a:avLst/>
          </a:prstGeom>
          <a:solidFill>
            <a:srgbClr val="EBF5EE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83669" y="5907024"/>
            <a:ext cx="4023359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rPr dirty="0"/>
              <a:t>Output: 1 → 3 → Data received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4. What can go wrong without proper handling?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2743200"/>
          </a:xfrm>
          <a:prstGeom prst="roundRect">
            <a:avLst/>
          </a:prstGeom>
          <a:solidFill>
            <a:srgbClr val="1E2024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4846320" cy="2523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let data;</a:t>
            </a:r>
            <a:br/>
            <a:br/>
            <a:r>
              <a:t>setTimeout(() =&gt; {</a:t>
            </a:r>
            <a:br/>
            <a:r>
              <a:t>    data = "Student Data";</a:t>
            </a:r>
            <a:br/>
            <a:r>
              <a:t>}, 2000);</a:t>
            </a:r>
            <a:br/>
            <a:br/>
            <a:r>
              <a:t>console.log(data);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4572000"/>
            <a:ext cx="3840480" cy="731520"/>
          </a:xfrm>
          <a:prstGeom prst="roundRect">
            <a:avLst/>
          </a:prstGeom>
          <a:solidFill>
            <a:srgbClr val="FCEEEE"/>
          </a:solidFill>
          <a:ln w="19050">
            <a:solidFill>
              <a:srgbClr val="C8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4645152"/>
            <a:ext cx="36576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2337"/>
                </a:solidFill>
              </a:defRPr>
            </a:pPr>
            <a:r>
              <a:t>Output: undefined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The asynchronous operation starts.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JavaScript continues immediately.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console.log(data) runs before the data is ready.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Two seconds later, data is assigned—but the earlier console.log already happened.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5. Creating a Promise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400800" cy="5120640"/>
          </a:xfrm>
          <a:prstGeom prst="roundRect">
            <a:avLst/>
          </a:prstGeom>
          <a:solidFill>
            <a:srgbClr val="1E2024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44168"/>
            <a:ext cx="6035040" cy="49011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function getStudentData() {</a:t>
            </a:r>
            <a:br/>
            <a:r>
              <a:t>    return new Promise((resolve, reject) =&gt; {</a:t>
            </a:r>
            <a:br/>
            <a:br/>
            <a:r>
              <a:t>        const success = true;</a:t>
            </a:r>
            <a:br/>
            <a:br/>
            <a:r>
              <a:t>        if (success) {</a:t>
            </a:r>
            <a:br/>
            <a:r>
              <a:t>            resolve({</a:t>
            </a:r>
            <a:br/>
            <a:r>
              <a:t>                id: 101,</a:t>
            </a:r>
            <a:br/>
            <a:r>
              <a:t>                name: "Rahim",</a:t>
            </a:r>
            <a:br/>
            <a:r>
              <a:t>                department: "CSE",</a:t>
            </a:r>
            <a:br/>
            <a:r>
              <a:t>                cgpa: 3.92</a:t>
            </a:r>
            <a:br/>
            <a:r>
              <a:t>            });</a:t>
            </a:r>
            <a:br/>
            <a:r>
              <a:t>        } else {</a:t>
            </a:r>
            <a:br/>
            <a:r>
              <a:t>            reject("Failed to get student data");</a:t>
            </a:r>
            <a:br/>
            <a:r>
              <a:t>        }</a:t>
            </a:r>
            <a:br/>
            <a:br/>
            <a:r>
              <a:t>    });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4173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new Promise((resolve, reject) =&gt; { ... }) creates a Promise.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resolve(value) means success.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reject(error) means failure.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The Promise returned by the function can be handled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6. Handling a Promise with .then() and .catch()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760720" cy="3474720"/>
          </a:xfrm>
          <a:prstGeom prst="roundRect">
            <a:avLst/>
          </a:prstGeom>
          <a:solidFill>
            <a:srgbClr val="1E2024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5394959" cy="3255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getStudentData()</a:t>
            </a:r>
            <a:br/>
            <a:r>
              <a:t>    .then((student) =&gt; {</a:t>
            </a:r>
            <a:br/>
            <a:r>
              <a:t>        console.log("Student data received!");</a:t>
            </a:r>
            <a:br/>
            <a:r>
              <a:t>        console.log(student.name);</a:t>
            </a:r>
            <a:br/>
            <a:r>
              <a:t>    })</a:t>
            </a:r>
            <a:br/>
            <a:r>
              <a:t>    .catch((error) =&gt; {</a:t>
            </a:r>
            <a:br/>
            <a:r>
              <a:t>        console.log("Error:", error);</a:t>
            </a:r>
            <a:br/>
            <a:r>
              <a:t>    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08760"/>
            <a:ext cx="3383280" cy="685800"/>
          </a:xfrm>
          <a:prstGeom prst="roundRect">
            <a:avLst/>
          </a:prstGeom>
          <a:solidFill>
            <a:srgbClr val="EBF5EE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0" y="1581912"/>
            <a:ext cx="3200400" cy="53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Promise fulfilled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560320"/>
            <a:ext cx="3383280" cy="685800"/>
          </a:xfrm>
          <a:prstGeom prst="roundRect">
            <a:avLst/>
          </a:prstGeom>
          <a:solidFill>
            <a:srgbClr val="EBF5EE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2633472"/>
            <a:ext cx="3200400" cy="53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.then() executes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749039"/>
            <a:ext cx="3383280" cy="685800"/>
          </a:xfrm>
          <a:prstGeom prst="roundRect">
            <a:avLst/>
          </a:prstGeom>
          <a:solidFill>
            <a:srgbClr val="FCEEEE"/>
          </a:solidFill>
          <a:ln w="19050">
            <a:solidFill>
              <a:srgbClr val="C8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3822191"/>
            <a:ext cx="3200400" cy="53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Promise rejected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800600"/>
            <a:ext cx="3383280" cy="685800"/>
          </a:xfrm>
          <a:prstGeom prst="roundRect">
            <a:avLst/>
          </a:prstGeom>
          <a:solidFill>
            <a:srgbClr val="FCEEEE"/>
          </a:solidFill>
          <a:ln w="19050">
            <a:solidFill>
              <a:srgbClr val="C8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4873752"/>
            <a:ext cx="3200400" cy="53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337"/>
                </a:solidFill>
              </a:defRPr>
            </a:pPr>
            <a:r>
              <a:t>.catch() executes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06840" y="2194560"/>
            <a:ext cx="0" cy="365760"/>
          </a:xfrm>
          <a:prstGeom prst="line">
            <a:avLst/>
          </a:prstGeom>
          <a:ln w="2540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06840" y="4434840"/>
            <a:ext cx="0" cy="365760"/>
          </a:xfrm>
          <a:prstGeom prst="line">
            <a:avLst/>
          </a:prstGeom>
          <a:ln w="2540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7. Complete Example: Student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6766560" cy="5303520"/>
          </a:xfrm>
          <a:prstGeom prst="roundRect">
            <a:avLst/>
          </a:prstGeom>
          <a:solidFill>
            <a:srgbClr val="1E2024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44168"/>
            <a:ext cx="6400800" cy="5084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function getStudentData() {</a:t>
            </a:r>
            <a:br/>
            <a:r>
              <a:t>  return new Promise((resolve, reject) =&gt; {</a:t>
            </a:r>
            <a:br/>
            <a:r>
              <a:t>    setTimeout(() =&gt; {</a:t>
            </a:r>
            <a:br/>
            <a:r>
              <a:t>      const success = true;</a:t>
            </a:r>
            <a:br/>
            <a:br/>
            <a:r>
              <a:t>      if (success) {</a:t>
            </a:r>
            <a:br/>
            <a:r>
              <a:t>        resolve({</a:t>
            </a:r>
            <a:br/>
            <a:r>
              <a:t>          id: 101,</a:t>
            </a:r>
            <a:br/>
            <a:r>
              <a:t>          name: "Rahim",</a:t>
            </a:r>
            <a:br/>
            <a:r>
              <a:t>          department: "CSE",</a:t>
            </a:r>
            <a:br/>
            <a:r>
              <a:t>          cgpa: 3.92</a:t>
            </a:r>
            <a:br/>
            <a:r>
              <a:t>        });</a:t>
            </a:r>
            <a:br/>
            <a:r>
              <a:t>      } else {</a:t>
            </a:r>
            <a:br/>
            <a:r>
              <a:t>        reject("Failed");</a:t>
            </a:r>
            <a:br/>
            <a:r>
              <a:t>      }</a:t>
            </a:r>
            <a:br/>
            <a:r>
              <a:t>    }, 2000);</a:t>
            </a:r>
            <a:br/>
            <a:r>
              <a:t>  });</a:t>
            </a:r>
            <a:br/>
            <a:r>
              <a:t>}</a:t>
            </a:r>
            <a:br/>
            <a:br/>
            <a:r>
              <a:t>getStudentData()</a:t>
            </a:r>
            <a:br/>
            <a:r>
              <a:t>  .then(student =&gt; console.log(student))</a:t>
            </a:r>
            <a:br/>
            <a:r>
              <a:t>  .catch(error =&gt; console.log(error));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46304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The Promise starts as PENDING.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setTimeout simulates a server/API delay.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After 2 seconds, resolve() fulfills the Promise.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.then() receives the student object.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If reject() runs, .catch() handles the 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8. Modern Approach: async / await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6400800" cy="4937760"/>
          </a:xfrm>
          <a:prstGeom prst="roundRect">
            <a:avLst/>
          </a:prstGeom>
          <a:solidFill>
            <a:srgbClr val="1E2024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6035040" cy="4718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async function displayStudent() {</a:t>
            </a:r>
            <a:br/>
            <a:r>
              <a:t>    try {</a:t>
            </a:r>
            <a:br/>
            <a:r>
              <a:t>        console.log("Getting student data...");</a:t>
            </a:r>
            <a:br/>
            <a:br/>
            <a:r>
              <a:t>        const student = await getStudentData();</a:t>
            </a:r>
            <a:br/>
            <a:br/>
            <a:r>
              <a:t>        console.log("Student data received!");</a:t>
            </a:r>
            <a:br/>
            <a:r>
              <a:t>        console.log("ID:", student.id);</a:t>
            </a:r>
            <a:br/>
            <a:r>
              <a:t>        console.log("Name:", student.name);</a:t>
            </a:r>
            <a:br/>
            <a:r>
              <a:t>        console.log("CGPA:", student.cgpa);</a:t>
            </a:r>
            <a:br/>
            <a:br/>
            <a:r>
              <a:t>    } catch (error) {</a:t>
            </a:r>
            <a:br/>
            <a:r>
              <a:t>        console.log("Error:", error);</a:t>
            </a:r>
            <a:br/>
            <a:r>
              <a:t>    }</a:t>
            </a:r>
            <a:br/>
            <a:r>
              <a:t>}</a:t>
            </a:r>
            <a:br/>
            <a:br/>
            <a:r>
              <a:t>displayStudent();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46304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async makes a function asynchronous.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await waits for the Promise result inside that async function.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try/catch handles success and failure.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async/await is often easier to read than long .then() chains.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await does NOT block the entire JavaScript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9. The Complete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965960" cy="137160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2039112"/>
            <a:ext cx="1783080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1</a:t>
            </a:r>
            <a:br/>
            <a:r>
              <a:t>Call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65960"/>
            <a:ext cx="1965960" cy="137160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2039112"/>
            <a:ext cx="1783080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2</a:t>
            </a:r>
            <a:br/>
            <a:r>
              <a:t>Promise created</a:t>
            </a:r>
            <a:br/>
            <a:r>
              <a:t>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965960"/>
            <a:ext cx="1965960" cy="137160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2039112"/>
            <a:ext cx="1783080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3</a:t>
            </a:r>
            <a:br/>
            <a:r>
              <a:t>Async operation</a:t>
            </a:r>
            <a:br/>
            <a:r>
              <a:t>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965960"/>
            <a:ext cx="1965960" cy="137160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2039112"/>
            <a:ext cx="1783080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4</a:t>
            </a:r>
            <a:br/>
            <a:r>
              <a:t>resolve() / reject()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965960"/>
            <a:ext cx="1965960" cy="1371600"/>
          </a:xfrm>
          <a:prstGeom prst="roundRect">
            <a:avLst/>
          </a:prstGeom>
          <a:solidFill>
            <a:srgbClr val="F0F5FC"/>
          </a:solidFill>
          <a:ln w="19050">
            <a:solidFill>
              <a:srgbClr val="2D7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0" y="2039112"/>
            <a:ext cx="1783080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2337"/>
                </a:solidFill>
              </a:defRPr>
            </a:pPr>
            <a:r>
              <a:t>5</a:t>
            </a:r>
            <a:br/>
            <a:r>
              <a:t>then() / catch()</a:t>
            </a:r>
            <a:br/>
            <a:r>
              <a:t>executes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2651760"/>
            <a:ext cx="228600" cy="0"/>
          </a:xfrm>
          <a:prstGeom prst="line">
            <a:avLst/>
          </a:prstGeom>
          <a:ln w="2540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2651760"/>
            <a:ext cx="228600" cy="0"/>
          </a:xfrm>
          <a:prstGeom prst="line">
            <a:avLst/>
          </a:prstGeom>
          <a:ln w="2540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95160" y="2651760"/>
            <a:ext cx="228600" cy="0"/>
          </a:xfrm>
          <a:prstGeom prst="line">
            <a:avLst/>
          </a:prstGeom>
          <a:ln w="2540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9720" y="2651760"/>
            <a:ext cx="228600" cy="0"/>
          </a:xfrm>
          <a:prstGeom prst="line">
            <a:avLst/>
          </a:prstGeom>
          <a:ln w="25400">
            <a:solidFill>
              <a:srgbClr val="2D73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2519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Example: API request → server processes request → response arrives → Promise resolves → UI uses the data.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This same concept appears in fetch(), databases, Node.js, Express, and many modern JavaScript libraries.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10. Promise vs Callback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Callbacks can handle asynchronous operations, but deeply nested callbacks can become difficult to read and maintain.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Promises provide a standard structure for success and failure.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Promise chaining with .then()/.catch() reduces callback nesting.</a:t>
            </a:r>
          </a:p>
          <a:p>
            <a:pPr>
              <a:spcAft>
                <a:spcPts val="1200"/>
              </a:spcAft>
              <a:defRPr sz="1800">
                <a:solidFill>
                  <a:srgbClr val="1E232A"/>
                </a:solidFill>
              </a:defRPr>
            </a:pPr>
            <a:r>
              <a:t>async/await makes Promise-based code look more like sequential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120640" cy="2286000"/>
          </a:xfrm>
          <a:prstGeom prst="roundRect">
            <a:avLst/>
          </a:prstGeom>
          <a:solidFill>
            <a:srgbClr val="1E2024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435607"/>
            <a:ext cx="4754879" cy="20665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// Callback style</a:t>
            </a:r>
            <a:br/>
            <a:r>
              <a:t>getUser(user =&gt; {</a:t>
            </a:r>
            <a:br/>
            <a:r>
              <a:t>  getOrders(user, orders =&gt; {</a:t>
            </a:r>
            <a:br/>
            <a:r>
              <a:t>    getPayment(orders, payment =&gt; {</a:t>
            </a:r>
            <a:br/>
            <a:r>
              <a:t>      sendInvoice(payment, invoice =&gt; {</a:t>
            </a:r>
            <a:br/>
            <a:r>
              <a:t>        console.log(invoice);</a:t>
            </a:r>
            <a:br/>
            <a:r>
              <a:t>      });</a:t>
            </a:r>
            <a:br/>
            <a:r>
              <a:t>    });</a:t>
            </a:r>
            <a:br/>
            <a:r>
              <a:t>  });</a:t>
            </a:r>
            <a:br/>
            <a:r>
              <a:t>});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86200"/>
            <a:ext cx="5120640" cy="1828800"/>
          </a:xfrm>
          <a:prstGeom prst="roundRect">
            <a:avLst/>
          </a:prstGeom>
          <a:solidFill>
            <a:srgbClr val="1E2024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3995928"/>
            <a:ext cx="4754879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// Promise style</a:t>
            </a:r>
            <a:br/>
            <a:r>
              <a:t>getUser()</a:t>
            </a:r>
            <a:br/>
            <a:r>
              <a:t>  .then(getOrders)</a:t>
            </a:r>
            <a:br/>
            <a:r>
              <a:t>  .then(getPayment)</a:t>
            </a:r>
            <a:br/>
            <a:r>
              <a:t>  .then(sendInvoice)</a:t>
            </a:r>
            <a:br/>
            <a:r>
              <a:t>  .catch(handleError);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337"/>
                </a:solidFill>
              </a:defRPr>
            </a:pPr>
            <a:r>
              <a:t>11. Important Playground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If a playground shows only 'Getting student data...' and 'Promise started...' and never reaches the result, check the execution environment.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A real browser or Node.js runtime keeps the event loop alive while setTimeout/API work is pending.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Make sure the function is actually called: displayStudent();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The Promise itself is still correct: pending → resolved/rejected → continuation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63040"/>
            <a:ext cx="4754880" cy="3200400"/>
          </a:xfrm>
          <a:prstGeom prst="roundRect">
            <a:avLst/>
          </a:prstGeom>
          <a:solidFill>
            <a:srgbClr val="1E2024"/>
          </a:solidFill>
          <a:ln>
            <a:solidFill>
              <a:srgbClr val="41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572768"/>
            <a:ext cx="4389120" cy="2980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async function displayStudent() {</a:t>
            </a:r>
            <a:br/>
            <a:r>
              <a:t>    console.log("Getting student data...");</a:t>
            </a:r>
            <a:br/>
            <a:br/>
            <a:r>
              <a:t>    const student = await getStudentData();</a:t>
            </a:r>
            <a:br/>
            <a:br/>
            <a:r>
              <a:t>    console.log("Student data received!");</a:t>
            </a:r>
            <a:br/>
            <a:r>
              <a:t>}</a:t>
            </a:r>
            <a:br/>
            <a:br/>
            <a:r>
              <a:t>displayStudent();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4892040"/>
            <a:ext cx="4480560" cy="731520"/>
          </a:xfrm>
          <a:prstGeom prst="roundRect">
            <a:avLst/>
          </a:prstGeom>
          <a:solidFill>
            <a:srgbClr val="EBF5EE"/>
          </a:solidFill>
          <a:ln w="19050">
            <a:solidFill>
              <a:srgbClr val="2D9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4965192"/>
            <a:ext cx="429768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2337"/>
                </a:solidFill>
              </a:defRPr>
            </a:pPr>
            <a:r>
              <a:t>Expected: result appears after the simulated 2-second delay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12. Quick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6CDFF"/>
                </a:solidFill>
              </a:defRPr>
            </a:pPr>
            <a:r>
              <a:t>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60020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Represents a future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3055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6CDFF"/>
                </a:solidFill>
              </a:defRPr>
            </a:pPr>
            <a:r>
              <a:t>resolve()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13055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6090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6CDFF"/>
                </a:solidFill>
              </a:defRPr>
            </a:pPr>
            <a:r>
              <a:t>reject()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660904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6CDFF"/>
                </a:solidFill>
              </a:defRPr>
            </a:pPr>
            <a:r>
              <a:t>.then()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191256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Handles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2160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6CDFF"/>
                </a:solidFill>
              </a:defRPr>
            </a:pPr>
            <a:r>
              <a:t>.catch()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7216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Handles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6CDFF"/>
                </a:solidFill>
              </a:defRPr>
            </a:pPr>
            <a:r>
              <a:t>.finally()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25196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Runs after settlement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6CDFF"/>
                </a:solidFill>
              </a:defRPr>
            </a:pPr>
            <a:r>
              <a:t>async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78231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Marks a function as asynchronous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12664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6CDFF"/>
                </a:solidFill>
              </a:defRPr>
            </a:pPr>
            <a:r>
              <a:t>await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312664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Gets the Promise result inside async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1258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SULTANUL ARIFEEN HAMIM</cp:lastModifiedBy>
  <cp:revision>2</cp:revision>
  <dcterms:created xsi:type="dcterms:W3CDTF">2013-01-27T09:14:16Z</dcterms:created>
  <dcterms:modified xsi:type="dcterms:W3CDTF">2026-10-05T08:29:48Z</dcterms:modified>
  <cp:category/>
</cp:coreProperties>
</file>